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8" r:id="rId5"/>
    <p:sldId id="273" r:id="rId6"/>
    <p:sldId id="275" r:id="rId7"/>
    <p:sldId id="292" r:id="rId8"/>
    <p:sldId id="293" r:id="rId9"/>
    <p:sldId id="289" r:id="rId10"/>
    <p:sldId id="291" r:id="rId11"/>
    <p:sldId id="294" r:id="rId12"/>
    <p:sldId id="278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54342-22E8-4750-BFDD-6F49F4528E01}" v="2" dt="2024-06-28T07:43:10.651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94" autoAdjust="0"/>
  </p:normalViewPr>
  <p:slideViewPr>
    <p:cSldViewPr snapToGrid="0">
      <p:cViewPr>
        <p:scale>
          <a:sx n="79" d="100"/>
          <a:sy n="79" d="100"/>
        </p:scale>
        <p:origin x="403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emesgen" userId="a8cc6848c4f2a259" providerId="LiveId" clId="{1DE54342-22E8-4750-BFDD-6F49F4528E01}"/>
    <pc:docChg chg="custSel addSld delSld modSld">
      <pc:chgData name="simon temesgen" userId="a8cc6848c4f2a259" providerId="LiveId" clId="{1DE54342-22E8-4750-BFDD-6F49F4528E01}" dt="2024-06-28T07:43:11.881" v="158"/>
      <pc:docMkLst>
        <pc:docMk/>
      </pc:docMkLst>
      <pc:sldChg chg="new del">
        <pc:chgData name="simon temesgen" userId="a8cc6848c4f2a259" providerId="LiveId" clId="{1DE54342-22E8-4750-BFDD-6F49F4528E01}" dt="2024-06-28T07:12:23.724" v="2" actId="2696"/>
        <pc:sldMkLst>
          <pc:docMk/>
          <pc:sldMk cId="806617010" sldId="295"/>
        </pc:sldMkLst>
      </pc:sldChg>
      <pc:sldChg chg="addSp delSp modSp new mod modClrScheme chgLayout">
        <pc:chgData name="simon temesgen" userId="a8cc6848c4f2a259" providerId="LiveId" clId="{1DE54342-22E8-4750-BFDD-6F49F4528E01}" dt="2024-06-28T07:43:11.881" v="158"/>
        <pc:sldMkLst>
          <pc:docMk/>
          <pc:sldMk cId="4263574224" sldId="296"/>
        </pc:sldMkLst>
        <pc:spChg chg="del mod ord">
          <ac:chgData name="simon temesgen" userId="a8cc6848c4f2a259" providerId="LiveId" clId="{1DE54342-22E8-4750-BFDD-6F49F4528E01}" dt="2024-06-28T07:12:49.399" v="3" actId="700"/>
          <ac:spMkLst>
            <pc:docMk/>
            <pc:sldMk cId="4263574224" sldId="296"/>
            <ac:spMk id="2" creationId="{A2C9E240-CDF4-3730-970B-C055FC816272}"/>
          </ac:spMkLst>
        </pc:spChg>
        <pc:spChg chg="del">
          <ac:chgData name="simon temesgen" userId="a8cc6848c4f2a259" providerId="LiveId" clId="{1DE54342-22E8-4750-BFDD-6F49F4528E01}" dt="2024-06-28T07:12:49.399" v="3" actId="700"/>
          <ac:spMkLst>
            <pc:docMk/>
            <pc:sldMk cId="4263574224" sldId="296"/>
            <ac:spMk id="3" creationId="{5B09A8E9-5F19-859A-78B4-64E4FD23F182}"/>
          </ac:spMkLst>
        </pc:spChg>
        <pc:spChg chg="add mod ord">
          <ac:chgData name="simon temesgen" userId="a8cc6848c4f2a259" providerId="LiveId" clId="{1DE54342-22E8-4750-BFDD-6F49F4528E01}" dt="2024-06-28T07:13:00.738" v="10" actId="20577"/>
          <ac:spMkLst>
            <pc:docMk/>
            <pc:sldMk cId="4263574224" sldId="296"/>
            <ac:spMk id="4" creationId="{C759D6BC-5985-563C-3B4C-0237265FC299}"/>
          </ac:spMkLst>
        </pc:spChg>
        <pc:spChg chg="add mod ord">
          <ac:chgData name="simon temesgen" userId="a8cc6848c4f2a259" providerId="LiveId" clId="{1DE54342-22E8-4750-BFDD-6F49F4528E01}" dt="2024-06-28T07:43:11.881" v="158"/>
          <ac:spMkLst>
            <pc:docMk/>
            <pc:sldMk cId="4263574224" sldId="296"/>
            <ac:spMk id="5" creationId="{B5DCFCFC-9F97-7A32-FAEF-6C3CEDF56C2A}"/>
          </ac:spMkLst>
        </pc:spChg>
      </pc:sldChg>
      <pc:sldChg chg="modSp new mod">
        <pc:chgData name="simon temesgen" userId="a8cc6848c4f2a259" providerId="LiveId" clId="{1DE54342-22E8-4750-BFDD-6F49F4528E01}" dt="2024-06-28T07:42:07.663" v="146" actId="20577"/>
        <pc:sldMkLst>
          <pc:docMk/>
          <pc:sldMk cId="1199925759" sldId="297"/>
        </pc:sldMkLst>
        <pc:spChg chg="mod">
          <ac:chgData name="simon temesgen" userId="a8cc6848c4f2a259" providerId="LiveId" clId="{1DE54342-22E8-4750-BFDD-6F49F4528E01}" dt="2024-06-28T07:19:36.284" v="94" actId="5793"/>
          <ac:spMkLst>
            <pc:docMk/>
            <pc:sldMk cId="1199925759" sldId="297"/>
            <ac:spMk id="2" creationId="{01DAA874-17B5-CCBE-8974-4ED7EC499DF8}"/>
          </ac:spMkLst>
        </pc:spChg>
        <pc:spChg chg="mod">
          <ac:chgData name="simon temesgen" userId="a8cc6848c4f2a259" providerId="LiveId" clId="{1DE54342-22E8-4750-BFDD-6F49F4528E01}" dt="2024-06-28T07:42:07.663" v="146" actId="20577"/>
          <ac:spMkLst>
            <pc:docMk/>
            <pc:sldMk cId="1199925759" sldId="297"/>
            <ac:spMk id="3" creationId="{CF699D48-5605-C47F-015B-F7F6A5D6D616}"/>
          </ac:spMkLst>
        </pc:spChg>
      </pc:sldChg>
      <pc:sldChg chg="modSp new mod">
        <pc:chgData name="simon temesgen" userId="a8cc6848c4f2a259" providerId="LiveId" clId="{1DE54342-22E8-4750-BFDD-6F49F4528E01}" dt="2024-06-28T07:42:47.679" v="156" actId="20577"/>
        <pc:sldMkLst>
          <pc:docMk/>
          <pc:sldMk cId="3090684058" sldId="298"/>
        </pc:sldMkLst>
        <pc:spChg chg="mod">
          <ac:chgData name="simon temesgen" userId="a8cc6848c4f2a259" providerId="LiveId" clId="{1DE54342-22E8-4750-BFDD-6F49F4528E01}" dt="2024-06-28T07:42:47.679" v="156" actId="20577"/>
          <ac:spMkLst>
            <pc:docMk/>
            <pc:sldMk cId="3090684058" sldId="298"/>
            <ac:spMk id="2" creationId="{FF02643D-E270-0A94-A5E2-F870276A3027}"/>
          </ac:spMkLst>
        </pc:spChg>
        <pc:spChg chg="mod">
          <ac:chgData name="simon temesgen" userId="a8cc6848c4f2a259" providerId="LiveId" clId="{1DE54342-22E8-4750-BFDD-6F49F4528E01}" dt="2024-06-28T07:42:38.523" v="148"/>
          <ac:spMkLst>
            <pc:docMk/>
            <pc:sldMk cId="3090684058" sldId="298"/>
            <ac:spMk id="3" creationId="{F84FAADD-2CFD-6D24-8172-AF341B98C7D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CA527-F925-414F-B4F4-8F4244CDDC80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7E2AA-278D-0B48-A5DE-00B1FC5BDA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anchor="t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itle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anchor="ctr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685800">
              <a:spcBef>
                <a:spcPts val="600"/>
              </a:spcBef>
              <a:spcAft>
                <a:spcPts val="600"/>
              </a:spcAft>
              <a:defRPr sz="1800"/>
            </a:lvl2pPr>
            <a:lvl3pPr marL="1143000">
              <a:spcBef>
                <a:spcPts val="600"/>
              </a:spcBef>
              <a:spcAft>
                <a:spcPts val="600"/>
              </a:spcAft>
              <a:defRPr sz="1800"/>
            </a:lvl3pPr>
            <a:lvl4pPr marL="1600200">
              <a:spcBef>
                <a:spcPts val="600"/>
              </a:spcBef>
              <a:spcAft>
                <a:spcPts val="600"/>
              </a:spcAft>
              <a:defRPr sz="1800"/>
            </a:lvl4pPr>
            <a:lvl5pPr marL="20574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6/28/2024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200/login?back_url=http%3A%2F%2Flocalhost%3A4200%2F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openproject@172.10.10.83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STransform/otechproject.git" TargetMode="External"/><Relationship Id="rId2" Type="http://schemas.openxmlformats.org/officeDocument/2006/relationships/hyperlink" Target="https://github.com/yourusername/your-repository-name.git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  <a:noFill/>
        </p:spPr>
        <p:txBody>
          <a:bodyPr>
            <a:noAutofit/>
          </a:bodyPr>
          <a:lstStyle/>
          <a:p>
            <a:r>
              <a:rPr lang="en-US" dirty="0"/>
              <a:t>OTECH P-Management </a:t>
            </a:r>
            <a:br>
              <a:rPr lang="en-US" dirty="0"/>
            </a:br>
            <a:r>
              <a:rPr lang="en-US" dirty="0"/>
              <a:t>Software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DC3DD-3E0A-9F64-1674-287A67D9C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077" y="3852334"/>
            <a:ext cx="4767943" cy="220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638" y="969217"/>
            <a:ext cx="3200400" cy="4580626"/>
          </a:xfrm>
          <a:noFill/>
        </p:spPr>
        <p:txBody>
          <a:bodyPr anchor="t">
            <a:noAutofit/>
          </a:bodyPr>
          <a:lstStyle/>
          <a:p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255" y="632105"/>
            <a:ext cx="4986068" cy="4580627"/>
          </a:xfrm>
          <a:noFill/>
        </p:spPr>
        <p:txBody>
          <a:bodyPr anchor="t">
            <a:normAutofit fontScale="55000" lnSpcReduction="20000"/>
          </a:bodyPr>
          <a:lstStyle/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5100" dirty="0"/>
              <a:t>OTECH P-Management Customization summary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5100" dirty="0" err="1"/>
              <a:t>Dockerfile</a:t>
            </a:r>
            <a:endParaRPr lang="en-US" sz="5100" dirty="0"/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5100" dirty="0"/>
              <a:t>Hosting OTECH P-Management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5100" dirty="0"/>
              <a:t>Challenges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1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021" y="667994"/>
            <a:ext cx="3705635" cy="5372358"/>
          </a:xfrm>
          <a:solidFill>
            <a:schemeClr val="bg1">
              <a:alpha val="95000"/>
            </a:schemeClr>
          </a:solidFill>
        </p:spPr>
        <p:txBody>
          <a:bodyPr anchor="ctr"/>
          <a:lstStyle/>
          <a:p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36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OTECH P-Management</a:t>
            </a:r>
            <a:br>
              <a:rPr lang="en-US" sz="36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Customization</a:t>
            </a:r>
            <a:br>
              <a:rPr lang="en-US" sz="36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36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summary</a:t>
            </a: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endParaRPr lang="en-US" sz="36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5713F3-0732-E3A7-FBBE-DB962D4DC8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6412" y="667994"/>
            <a:ext cx="5166167" cy="5289631"/>
          </a:xfrm>
        </p:spPr>
        <p:txBody>
          <a:bodyPr/>
          <a:lstStyle/>
          <a:p>
            <a:pPr algn="l" rtl="0" fontAlgn="base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algn="l" rtl="0" fontAlgn="base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algn="l" rtl="0" fontAlgn="base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algn="l" rtl="0" fontAlgn="base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 </a:t>
            </a:r>
            <a:r>
              <a:rPr lang="en-US" dirty="0">
                <a:hlinkClick r:id="rId3"/>
              </a:rPr>
              <a:t>Sign in | OTECH P-Management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1FD16F9-A63F-8159-0F87-773DDF69B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412" y="2356152"/>
            <a:ext cx="5166167" cy="360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C58F-DDB1-3B2C-84CC-5082A57BF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79" y="726082"/>
            <a:ext cx="5166167" cy="5289630"/>
          </a:xfrm>
        </p:spPr>
        <p:txBody>
          <a:bodyPr/>
          <a:lstStyle/>
          <a:p>
            <a:r>
              <a:rPr lang="en-US" sz="4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OTECH </a:t>
            </a:r>
            <a:br>
              <a:rPr lang="en-US" sz="4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4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P-Management</a:t>
            </a:r>
            <a:br>
              <a:rPr lang="en-US" sz="4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44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Customization</a:t>
            </a:r>
            <a:br>
              <a:rPr lang="en-US" sz="44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44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summary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837B8-C399-B80A-8EFD-E97980DF22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Updated logo to "OTECH P-Management".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Changed favicon icon.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Adjusted header color, font color, and hover color.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Customized search button appearance.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Redesigned login form design.</a:t>
            </a: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D0FF-B14A-9EB3-05F1-F1BCC23DB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049" y="745434"/>
            <a:ext cx="5166167" cy="5289630"/>
          </a:xfrm>
        </p:spPr>
        <p:txBody>
          <a:bodyPr/>
          <a:lstStyle/>
          <a:p>
            <a:r>
              <a:rPr lang="en-US" sz="4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OTECH P-Management</a:t>
            </a:r>
            <a:br>
              <a:rPr lang="en-US" sz="4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44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Customization</a:t>
            </a:r>
            <a:br>
              <a:rPr lang="en-US" sz="44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44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summary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A83D45-9219-C4FB-8778-65D223F9AB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Updated body background color.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Redesigned side menu.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Replaced instances of "</a:t>
            </a:r>
            <a:r>
              <a:rPr lang="en-US" dirty="0" err="1"/>
              <a:t>OpenProject</a:t>
            </a:r>
            <a:r>
              <a:rPr lang="en-US" dirty="0"/>
              <a:t>" with “</a:t>
            </a:r>
            <a:r>
              <a:rPr lang="en-US" dirty="0" err="1"/>
              <a:t>OTech</a:t>
            </a:r>
            <a:r>
              <a:rPr lang="en-US" dirty="0"/>
              <a:t> P-Management”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Removed unnecessary features like news sections and other.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Created accounts and project and various lists to see the work 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2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FE73-9A6C-CA67-2654-B1342A8E3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211" y="787078"/>
            <a:ext cx="5166167" cy="5289630"/>
          </a:xfrm>
        </p:spPr>
        <p:txBody>
          <a:bodyPr/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D519A-84AF-32E1-6F72-083726EF2C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ü"/>
            </a:pPr>
            <a:r>
              <a:rPr lang="en-US" b="1" dirty="0"/>
              <a:t>Create </a:t>
            </a:r>
            <a:r>
              <a:rPr lang="en-US" b="1" dirty="0" err="1"/>
              <a:t>Dockerfile</a:t>
            </a:r>
            <a:r>
              <a:rPr lang="en-US" b="1" dirty="0"/>
              <a:t>: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Open </a:t>
            </a:r>
            <a:r>
              <a:rPr lang="en-US" dirty="0" err="1"/>
              <a:t>powershell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           ./</a:t>
            </a:r>
            <a:r>
              <a:rPr lang="en-US" dirty="0" err="1"/>
              <a:t>openroject</a:t>
            </a:r>
            <a:r>
              <a:rPr lang="en-US" dirty="0"/>
              <a:t>/touch </a:t>
            </a:r>
            <a:r>
              <a:rPr lang="en-US" dirty="0" err="1"/>
              <a:t>Dockerfile</a:t>
            </a:r>
            <a:endParaRPr lang="en-US" dirty="0"/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Added necessary instruction in to created </a:t>
            </a:r>
            <a:r>
              <a:rPr lang="en-US" dirty="0" err="1"/>
              <a:t>Dockerfile</a:t>
            </a:r>
            <a:r>
              <a:rPr lang="en-US" dirty="0"/>
              <a:t>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b="1" dirty="0"/>
              <a:t>Build docker image:</a:t>
            </a:r>
          </a:p>
          <a:p>
            <a:pPr marL="0" indent="0" algn="l">
              <a:buNone/>
            </a:pPr>
            <a:r>
              <a:rPr lang="de-DE" dirty="0" err="1"/>
              <a:t>docker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-t </a:t>
            </a:r>
            <a:r>
              <a:rPr lang="de-DE" dirty="0" err="1"/>
              <a:t>stransform</a:t>
            </a:r>
            <a:r>
              <a:rPr lang="de-DE" dirty="0"/>
              <a:t>/</a:t>
            </a:r>
            <a:r>
              <a:rPr lang="de-DE" dirty="0" err="1"/>
              <a:t>otech-image:latest</a:t>
            </a:r>
            <a:endParaRPr lang="de-DE" dirty="0"/>
          </a:p>
          <a:p>
            <a:pPr algn="l">
              <a:buFont typeface="Wingdings" panose="05000000000000000000" pitchFamily="2" charset="2"/>
              <a:buChar char="ü"/>
            </a:pPr>
            <a:r>
              <a:rPr lang="de-DE" b="1" dirty="0"/>
              <a:t>Run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container</a:t>
            </a:r>
            <a:r>
              <a:rPr lang="de-DE" b="1" dirty="0"/>
              <a:t>:</a:t>
            </a:r>
          </a:p>
          <a:p>
            <a:pPr marL="0" indent="0" algn="l">
              <a:buNone/>
            </a:pPr>
            <a:r>
              <a:rPr lang="en-US" dirty="0"/>
              <a:t>docker run -p 3000:3000 </a:t>
            </a:r>
            <a:r>
              <a:rPr lang="en-US" dirty="0" err="1"/>
              <a:t>myusername</a:t>
            </a:r>
            <a:r>
              <a:rPr lang="en-US" dirty="0"/>
              <a:t>/</a:t>
            </a:r>
            <a:r>
              <a:rPr lang="en-US" dirty="0" err="1"/>
              <a:t>otech-image:latest</a:t>
            </a:r>
            <a:endParaRPr lang="en-US" dirty="0"/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1" dirty="0"/>
              <a:t>Login to docker hub </a:t>
            </a:r>
          </a:p>
          <a:p>
            <a:pPr marL="0" indent="0" algn="l">
              <a:buNone/>
            </a:pPr>
            <a:r>
              <a:rPr lang="en-US" dirty="0"/>
              <a:t> docker login</a:t>
            </a:r>
          </a:p>
          <a:p>
            <a:pPr marL="0" indent="0" algn="l">
              <a:buNone/>
            </a:pPr>
            <a:r>
              <a:rPr lang="en-US" dirty="0"/>
              <a:t> docker push </a:t>
            </a:r>
            <a:r>
              <a:rPr lang="en-US" dirty="0" err="1"/>
              <a:t>stransform</a:t>
            </a:r>
            <a:r>
              <a:rPr lang="en-US" dirty="0"/>
              <a:t>/</a:t>
            </a:r>
            <a:r>
              <a:rPr lang="en-US" dirty="0" err="1"/>
              <a:t>otech-image:latest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4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E3C3-5697-4694-3FC7-F4CB46AE1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040" y="784185"/>
            <a:ext cx="5166167" cy="5289630"/>
          </a:xfrm>
        </p:spPr>
        <p:txBody>
          <a:bodyPr/>
          <a:lstStyle/>
          <a:p>
            <a:r>
              <a:rPr lang="en-US" dirty="0"/>
              <a:t>Hosting OTECH P-Management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03E42-0C15-568E-895B-7B2352304C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ü"/>
            </a:pPr>
            <a:r>
              <a:rPr lang="en-US" b="1" dirty="0"/>
              <a:t>Requirement for hosting OTECH P-Management</a:t>
            </a:r>
          </a:p>
          <a:p>
            <a:pPr marL="0" indent="0" algn="l">
              <a:buNone/>
            </a:pPr>
            <a:r>
              <a:rPr lang="en-US" dirty="0"/>
              <a:t>         </a:t>
            </a:r>
            <a:r>
              <a:rPr lang="en-US" dirty="0" err="1"/>
              <a:t>OS:Linux</a:t>
            </a:r>
            <a:r>
              <a:rPr lang="en-US" dirty="0"/>
              <a:t> server</a:t>
            </a:r>
          </a:p>
          <a:p>
            <a:pPr marL="0" indent="0" algn="l">
              <a:buNone/>
            </a:pPr>
            <a:r>
              <a:rPr lang="en-US" dirty="0"/>
              <a:t>         CPU:</a:t>
            </a:r>
            <a:r>
              <a:rPr lang="en-US"/>
              <a:t>4 VCPU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         RAM:8GB</a:t>
            </a:r>
          </a:p>
          <a:p>
            <a:pPr marL="0" indent="0" algn="l">
              <a:buNone/>
            </a:pPr>
            <a:r>
              <a:rPr lang="en-US" dirty="0"/>
              <a:t>         HDD :50GB (can be maximized….)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1" dirty="0"/>
              <a:t>Login to Linux server</a:t>
            </a:r>
          </a:p>
          <a:p>
            <a:pPr marL="0" indent="0" algn="l">
              <a:buNone/>
            </a:pPr>
            <a:r>
              <a:rPr lang="en-US" dirty="0"/>
              <a:t>       ssh </a:t>
            </a:r>
            <a:r>
              <a:rPr lang="en-US" dirty="0">
                <a:hlinkClick r:id="rId2"/>
              </a:rPr>
              <a:t>openproject@172.10.10.83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       </a:t>
            </a:r>
            <a:r>
              <a:rPr lang="en-US" dirty="0" err="1"/>
              <a:t>Passwrd</a:t>
            </a:r>
            <a:r>
              <a:rPr lang="en-US" dirty="0"/>
              <a:t>:.....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1" dirty="0"/>
              <a:t>Prepare server environment </a:t>
            </a:r>
          </a:p>
          <a:p>
            <a:pPr marL="0" indent="0" algn="l">
              <a:buNone/>
            </a:pPr>
            <a:r>
              <a:rPr lang="es-ES" dirty="0"/>
              <a:t>       sudo </a:t>
            </a:r>
            <a:r>
              <a:rPr lang="es-ES" dirty="0" err="1"/>
              <a:t>apt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</a:t>
            </a:r>
          </a:p>
          <a:p>
            <a:pPr marL="0" indent="0" algn="l">
              <a:buNone/>
            </a:pPr>
            <a:r>
              <a:rPr lang="es-ES" dirty="0"/>
              <a:t>        sudo </a:t>
            </a:r>
            <a:r>
              <a:rPr lang="es-ES" dirty="0" err="1"/>
              <a:t>apt</a:t>
            </a:r>
            <a:r>
              <a:rPr lang="es-ES" dirty="0"/>
              <a:t> </a:t>
            </a:r>
            <a:r>
              <a:rPr lang="es-ES" dirty="0" err="1"/>
              <a:t>upgrade</a:t>
            </a:r>
            <a:r>
              <a:rPr lang="es-ES" dirty="0"/>
              <a:t> –y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s-ES" dirty="0"/>
              <a:t>   </a:t>
            </a:r>
            <a:r>
              <a:rPr lang="es-ES" dirty="0" err="1"/>
              <a:t>Installed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requirement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up and run </a:t>
            </a:r>
            <a:r>
              <a:rPr lang="es-ES" dirty="0" err="1"/>
              <a:t>openproject</a:t>
            </a:r>
            <a:r>
              <a:rPr lang="es-ES" dirty="0"/>
              <a:t>…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4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1214-B202-7985-CEC7-FD115743B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35" y="784185"/>
            <a:ext cx="5166167" cy="5289630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083591-4553-B149-85EB-1E634FD690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endParaRPr lang="en-US" dirty="0"/>
          </a:p>
          <a:p>
            <a:pPr algn="l">
              <a:buFont typeface="Wingdings" panose="05000000000000000000" pitchFamily="2" charset="2"/>
              <a:buChar char="v"/>
            </a:pPr>
            <a:r>
              <a:rPr lang="en-US" dirty="0"/>
              <a:t>Lack of installation steps for ubuntu 22.04 </a:t>
            </a:r>
          </a:p>
          <a:p>
            <a:pPr marL="0" indent="0" algn="l">
              <a:buNone/>
            </a:pPr>
            <a:r>
              <a:rPr lang="en-US" dirty="0"/>
              <a:t>There were no available instructions for installing on the latest ubuntu version ,which caused initial set up difficulties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dirty="0"/>
              <a:t>Learning curve with new environment required additional time to grasp and internalize its working effectively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47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75" y="92597"/>
            <a:ext cx="3905250" cy="3032567"/>
          </a:xfrm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5" y="4004321"/>
            <a:ext cx="3905250" cy="2743200"/>
          </a:xfrm>
          <a:noFill/>
        </p:spPr>
        <p:txBody>
          <a:bodyPr anchor="t">
            <a:normAutofit/>
          </a:bodyPr>
          <a:lstStyle/>
          <a:p>
            <a:r>
              <a:rPr lang="en-US" dirty="0"/>
              <a:t>Simon Temesgen</a:t>
            </a:r>
          </a:p>
          <a:p>
            <a:endParaRPr lang="en-US" dirty="0"/>
          </a:p>
          <a:p>
            <a:r>
              <a:rPr lang="en-US" dirty="0"/>
              <a:t>stemesgent@gmail.com</a:t>
            </a:r>
          </a:p>
        </p:txBody>
      </p:sp>
      <p:pic>
        <p:nvPicPr>
          <p:cNvPr id="4" name="Picture Placeholder 5" descr="Close-up of a bridge with wires">
            <a:extLst>
              <a:ext uri="{FF2B5EF4-FFF2-40B4-BE49-F238E27FC236}">
                <a16:creationId xmlns:a16="http://schemas.microsoft.com/office/drawing/2014/main" id="{DA7B4802-22F2-F6DE-3DE6-EBDDEA78FC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xfrm>
            <a:off x="3811" y="0"/>
            <a:ext cx="3709774" cy="6858000"/>
          </a:xfrm>
          <a:prstGeom prst="rect">
            <a:avLst/>
          </a:prstGeom>
          <a:noFill/>
        </p:spPr>
      </p:pic>
      <p:pic>
        <p:nvPicPr>
          <p:cNvPr id="5" name="Picture Placeholder 5" descr="Close-up of a bridge with wires">
            <a:extLst>
              <a:ext uri="{FF2B5EF4-FFF2-40B4-BE49-F238E27FC236}">
                <a16:creationId xmlns:a16="http://schemas.microsoft.com/office/drawing/2014/main" id="{0460B013-609D-5F87-06F9-0344F5DF51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xfrm>
            <a:off x="8388220" y="0"/>
            <a:ext cx="379996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1567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59D6BC-5985-563C-3B4C-0237265FC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611" y="784185"/>
            <a:ext cx="5166167" cy="5289630"/>
          </a:xfrm>
        </p:spPr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DCFCFC-9F97-7A32-FAEF-6C3CEDF56C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11853" y="550010"/>
            <a:ext cx="5166167" cy="5289631"/>
          </a:xfrm>
        </p:spPr>
        <p:txBody>
          <a:bodyPr/>
          <a:lstStyle/>
          <a:p>
            <a:pPr marL="0" indent="0" algn="l">
              <a:buNone/>
            </a:pPr>
            <a:r>
              <a:rPr lang="en-US" b="1" dirty="0"/>
              <a:t>1) Install Git</a:t>
            </a:r>
          </a:p>
          <a:p>
            <a:pPr marL="0" indent="0" algn="l">
              <a:buNone/>
            </a:pPr>
            <a:r>
              <a:rPr lang="en-US" dirty="0"/>
              <a:t>git –version</a:t>
            </a:r>
            <a:endParaRPr lang="en-US" b="1" dirty="0"/>
          </a:p>
          <a:p>
            <a:pPr marL="0" indent="0" algn="l">
              <a:buNone/>
            </a:pPr>
            <a:r>
              <a:rPr lang="en-US" dirty="0"/>
              <a:t>2. </a:t>
            </a:r>
            <a:r>
              <a:rPr lang="en-US" b="1" dirty="0"/>
              <a:t>Create a GitHub Repository</a:t>
            </a:r>
          </a:p>
          <a:p>
            <a:pPr marL="0" indent="0" algn="l">
              <a:buNone/>
            </a:pPr>
            <a:r>
              <a:rPr lang="en-US" dirty="0"/>
              <a:t>3. </a:t>
            </a:r>
            <a:r>
              <a:rPr lang="en-US" b="1" dirty="0"/>
              <a:t>Initialize Local Repository</a:t>
            </a:r>
          </a:p>
          <a:p>
            <a:pPr marL="0" indent="0" algn="l">
              <a:buNone/>
            </a:pPr>
            <a:r>
              <a:rPr lang="en-US" dirty="0"/>
              <a:t>cd /path/to/your/project git </a:t>
            </a:r>
            <a:r>
              <a:rPr lang="en-US" dirty="0" err="1"/>
              <a:t>init</a:t>
            </a:r>
            <a:endParaRPr lang="en-US" b="1" dirty="0"/>
          </a:p>
          <a:p>
            <a:pPr marL="0" indent="0" algn="l">
              <a:buNone/>
            </a:pPr>
            <a:r>
              <a:rPr lang="en-US" dirty="0"/>
              <a:t>4. </a:t>
            </a:r>
            <a:r>
              <a:rPr lang="en-US" b="1" dirty="0"/>
              <a:t>Add Remote Repository</a:t>
            </a:r>
          </a:p>
          <a:p>
            <a:pPr marL="0" indent="0" algn="l">
              <a:buNone/>
            </a:pPr>
            <a:r>
              <a:rPr lang="en-US" dirty="0"/>
              <a:t>git remote add origin </a:t>
            </a:r>
            <a:r>
              <a:rPr lang="en-US" dirty="0">
                <a:hlinkClick r:id="rId2"/>
              </a:rPr>
              <a:t>https://github.com/yourusername/your-repository-name.git</a:t>
            </a:r>
            <a:r>
              <a:rPr lang="en-US" dirty="0"/>
              <a:t> or</a:t>
            </a:r>
          </a:p>
          <a:p>
            <a:pPr marL="0" indent="0" algn="l">
              <a:buNone/>
            </a:pPr>
            <a:r>
              <a:rPr lang="en-US" dirty="0"/>
              <a:t>git remote set-</a:t>
            </a:r>
            <a:r>
              <a:rPr lang="en-US" dirty="0" err="1"/>
              <a:t>url</a:t>
            </a:r>
            <a:r>
              <a:rPr lang="en-US" dirty="0"/>
              <a:t> origin </a:t>
            </a:r>
            <a:r>
              <a:rPr lang="en-US" dirty="0" err="1">
                <a:hlinkClick r:id="rId3"/>
              </a:rPr>
              <a:t>git@github.com:STransform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otechproject.git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git push origin dev</a:t>
            </a:r>
            <a:endParaRPr lang="en-US" b="1" dirty="0"/>
          </a:p>
          <a:p>
            <a:pPr marL="0" indent="0" algn="l">
              <a:buNone/>
            </a:pPr>
            <a:r>
              <a:rPr lang="en-US" dirty="0"/>
              <a:t>5. </a:t>
            </a:r>
            <a:r>
              <a:rPr lang="en-US" b="1" dirty="0"/>
              <a:t>Add Files to Repository</a:t>
            </a:r>
          </a:p>
          <a:p>
            <a:pPr marL="0" indent="0" algn="l">
              <a:buNone/>
            </a:pPr>
            <a:r>
              <a:rPr lang="en-US" dirty="0"/>
              <a:t>git add .</a:t>
            </a:r>
            <a:endParaRPr lang="en-US" b="1" dirty="0"/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57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A874-17B5-CCBE-8974-4ED7EC499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87" y="784185"/>
            <a:ext cx="5166167" cy="5289630"/>
          </a:xfrm>
        </p:spPr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…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99D48-5605-C47F-015B-F7F6A5D6D6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6. </a:t>
            </a:r>
            <a:r>
              <a:rPr lang="en-US" b="1" dirty="0"/>
              <a:t>Commit Changes</a:t>
            </a:r>
          </a:p>
          <a:p>
            <a:pPr marL="0" indent="0" algn="l">
              <a:buNone/>
            </a:pPr>
            <a:r>
              <a:rPr lang="en-US" dirty="0"/>
              <a:t>git commit -m "Initial commit“</a:t>
            </a:r>
            <a:endParaRPr lang="en-US" b="1" dirty="0"/>
          </a:p>
          <a:p>
            <a:pPr marL="0" indent="0" algn="l">
              <a:buNone/>
            </a:pPr>
            <a:r>
              <a:rPr lang="en-US" dirty="0"/>
              <a:t>7. </a:t>
            </a:r>
            <a:r>
              <a:rPr lang="en-US" b="1" dirty="0"/>
              <a:t>Push to GitHub</a:t>
            </a:r>
          </a:p>
          <a:p>
            <a:pPr marL="0" indent="0" algn="l">
              <a:buNone/>
            </a:pPr>
            <a:r>
              <a:rPr lang="en-US" dirty="0"/>
              <a:t>Push the committed changes to the GitHub repository:</a:t>
            </a:r>
          </a:p>
          <a:p>
            <a:pPr marL="0" indent="0" algn="l">
              <a:buNone/>
            </a:pPr>
            <a:r>
              <a:rPr lang="en-US" dirty="0"/>
              <a:t>git push -u origin dev(</a:t>
            </a:r>
            <a:r>
              <a:rPr lang="en-US" dirty="0" err="1"/>
              <a:t>localbranch</a:t>
            </a:r>
            <a:r>
              <a:rPr lang="en-US" dirty="0"/>
              <a:t>)</a:t>
            </a:r>
            <a:endParaRPr lang="en-US" b="1" dirty="0"/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2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643D-E270-0A94-A5E2-F870276A3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783" y="745434"/>
            <a:ext cx="5166167" cy="5289630"/>
          </a:xfrm>
        </p:spPr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FAADD-2CFD-6D24-8172-AF341B98C7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If u want to switch back to that branch</a:t>
            </a:r>
          </a:p>
          <a:p>
            <a:pPr marL="0" indent="0" algn="l">
              <a:buNone/>
            </a:pPr>
            <a:r>
              <a:rPr lang="en-US" dirty="0"/>
              <a:t>    git checkout dev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Pull Latest Changes</a:t>
            </a:r>
          </a:p>
          <a:p>
            <a:pPr marL="0" indent="0" algn="l">
              <a:buNone/>
            </a:pPr>
            <a:r>
              <a:rPr lang="en-US" dirty="0"/>
              <a:t>    git pull origin dev</a:t>
            </a:r>
          </a:p>
          <a:p>
            <a:pPr marL="0" indent="0" algn="l">
              <a:buNone/>
            </a:pPr>
            <a:r>
              <a:rPr lang="en-US" dirty="0"/>
              <a:t>You can now continue working on your project, make changes, commit them, and push them as needed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    git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68405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10081922_Win32_SL_V4" id="{CCBED28E-3218-45D8-920F-A2D91CCE8680}" vid="{A1C6549C-A185-4AC8-97B3-DFFFA73555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{3BB78E7A-3FF1-47D6-9C79-5C587855A52E}tf10081922_win32</Template>
  <TotalTime>1314</TotalTime>
  <Words>477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Quire Sans Pro Light</vt:lpstr>
      <vt:lpstr>Segoe UI</vt:lpstr>
      <vt:lpstr>Tisa Offc Serif Pro</vt:lpstr>
      <vt:lpstr>Wingdings</vt:lpstr>
      <vt:lpstr>Custom</vt:lpstr>
      <vt:lpstr>OTECH P-Management  Software</vt:lpstr>
      <vt:lpstr>  Content</vt:lpstr>
      <vt:lpstr>          OTECH P-Management Customization summary          </vt:lpstr>
      <vt:lpstr>OTECH  P-Management Customization summary</vt:lpstr>
      <vt:lpstr>OTECH P-Management Customization summary</vt:lpstr>
      <vt:lpstr>Dockerfile</vt:lpstr>
      <vt:lpstr>Hosting OTECH P-Management</vt:lpstr>
      <vt:lpstr>Challenges</vt:lpstr>
      <vt:lpstr>Thank you</vt:lpstr>
      <vt:lpstr>Github</vt:lpstr>
      <vt:lpstr>Github…</vt:lpstr>
      <vt:lpstr>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Temesgen Tegegne</dc:creator>
  <cp:lastModifiedBy>simon temesgen</cp:lastModifiedBy>
  <cp:revision>38</cp:revision>
  <dcterms:created xsi:type="dcterms:W3CDTF">2024-06-10T07:46:18Z</dcterms:created>
  <dcterms:modified xsi:type="dcterms:W3CDTF">2024-06-28T07:43:14Z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